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1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2F50CC-14C6-40BE-A14F-A0C5CF294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8E2C9E-5B30-4364-A638-E5C5373CD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89FF4E-4FDB-4E46-A2E2-853DE0FF5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A43815-5D24-4C96-ACC7-059C3FFBF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CD45688-BAFB-439C-859D-64EB26415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13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981383-6724-4D90-9A3D-78188359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B8263-BC5C-4C32-97A4-AB5A82259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F22539-B495-4046-AE7A-BD22724A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A5D13B-9101-4E8F-BAD7-3F956785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07BB49-B0FF-484C-8A49-221A4B53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5960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688AE-4D79-466B-B2F9-968ABECD7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9D5C80-92B3-4A1A-ADFE-22ED0B832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7D70C6-1ED5-4C1E-8F13-AD2EC6350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7EC3B6-48E6-404B-A398-23019804F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2E09C2-5BA3-4AA2-A094-51E7A5E6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9087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7C7DE9-1F69-411B-A829-FD36C9DE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B498C1-E59A-4ABD-8380-99586613A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7C45E5A-C5EF-4BB4-B27D-7591CEDC8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F61FA5-200C-4FF8-A7A3-7BB75481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1896CE-A991-4B72-A0BE-98074B2DC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FA7C19-C5B2-46E8-8753-63C3C463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416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60B18D-586B-478C-8024-E84EFC35D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6E76D8-AC01-4544-944C-CB10EA15A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8F95D0-CC45-4CDF-8A38-70743D83A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C5BD94D-DAB8-4C75-93D0-D023B91D6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5A10032-EE6A-42D1-9242-C0DE2D44D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55AEEEE-8781-4C23-B791-D82036D9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6B85ACD-1CF3-40A9-B059-9B790DCAA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EE27E44-B51F-4CCE-AC4C-ECF030358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0572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FE8FF9-E5EC-4E7D-BA53-69FB8948D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2454F64-879B-4FFD-A898-7DF1731A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04D3947-BDE8-45FD-924E-AD1D70955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ABC1D7C-1BCF-48CF-AE3B-7E6796F25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149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B5D4C9-6B26-4A29-8255-B4AA7404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201F9E0-9A3F-44E3-A2B3-32A86ECD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AC0959-E9C8-4E6D-88A8-E842F00D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18763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0C2615-0A04-4D3A-ABB1-60FC694AE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70926B-F4B6-432F-A9C3-5E56BF562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71AB016-7E1B-427A-AAD6-D1E8F924F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C5007A-298B-464E-BBA4-DC6C4819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82C9C5-1319-4A94-86DB-AA71B6C0D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EA9473-F00E-43F8-BB32-2920B9A5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7178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1D79AA-F2A3-4F1E-98A5-745326B5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0A705AC-F358-4C91-BEB7-7C44C9678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905734-7285-4A6B-97C4-5FACC8B9B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F24BADA-BA2F-4AF1-82C6-F1A9C7D6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2F0511-DA8B-4109-83F0-933A3BCA7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97C1058-72A2-4C0B-A8F6-0F81347A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03194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CF3FC2-1191-44C9-A709-08765743D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08C0831-08B6-4B6A-BC49-C881E526B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460B13-AA94-435E-A5BC-0B0C0FC5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3146B4-0226-491A-B1F1-FE2D293AE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DA2900-C63B-4601-9C32-331DC7D9F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7612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43527FA-D154-4A7D-B52F-B13144E67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D9F341A-4A89-4207-9A82-972669D8D3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69C9BF-C4A7-4593-A35E-D301A2F92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BDABC0-9015-4E21-98E1-7CB855D87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65305C-EB67-4C75-912B-F0C36F69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185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E028512-A4B2-41AD-BA3A-8AEDD767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6B0871-72CB-4FC0-ABB2-7E933BDD9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F5AE8B-8CF8-4685-9AF7-12C044F696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118B2-C577-40F4-96D2-932A82729619}" type="datetimeFigureOut">
              <a:rPr lang="fr-CA" smtClean="0"/>
              <a:t>2021-03-17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2E0260-C602-4A1E-A41C-D2F7127F7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1D4264-4524-4C01-893D-E10FC5000A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B8D37-F1E1-406D-AA33-1A5022692CF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9012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C16ACA4-F86E-4751-BADB-F33E9F883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075464"/>
              </p:ext>
            </p:extLst>
          </p:nvPr>
        </p:nvGraphicFramePr>
        <p:xfrm>
          <a:off x="1568116" y="1688683"/>
          <a:ext cx="8869509" cy="23159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72193">
                  <a:extLst>
                    <a:ext uri="{9D8B030D-6E8A-4147-A177-3AD203B41FA5}">
                      <a16:colId xmlns:a16="http://schemas.microsoft.com/office/drawing/2014/main" val="391563122"/>
                    </a:ext>
                  </a:extLst>
                </a:gridCol>
                <a:gridCol w="1437544">
                  <a:extLst>
                    <a:ext uri="{9D8B030D-6E8A-4147-A177-3AD203B41FA5}">
                      <a16:colId xmlns:a16="http://schemas.microsoft.com/office/drawing/2014/main" val="2119559855"/>
                    </a:ext>
                  </a:extLst>
                </a:gridCol>
                <a:gridCol w="1579373">
                  <a:extLst>
                    <a:ext uri="{9D8B030D-6E8A-4147-A177-3AD203B41FA5}">
                      <a16:colId xmlns:a16="http://schemas.microsoft.com/office/drawing/2014/main" val="3524699834"/>
                    </a:ext>
                  </a:extLst>
                </a:gridCol>
                <a:gridCol w="1308206">
                  <a:extLst>
                    <a:ext uri="{9D8B030D-6E8A-4147-A177-3AD203B41FA5}">
                      <a16:colId xmlns:a16="http://schemas.microsoft.com/office/drawing/2014/main" val="1305610480"/>
                    </a:ext>
                  </a:extLst>
                </a:gridCol>
                <a:gridCol w="2272193">
                  <a:extLst>
                    <a:ext uri="{9D8B030D-6E8A-4147-A177-3AD203B41FA5}">
                      <a16:colId xmlns:a16="http://schemas.microsoft.com/office/drawing/2014/main" val="3347540373"/>
                    </a:ext>
                  </a:extLst>
                </a:gridCol>
              </a:tblGrid>
              <a:tr h="281908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800" b="1" u="none" strike="noStrike" dirty="0">
                          <a:effectLst/>
                        </a:rPr>
                        <a:t>Grandeur T-Shirt​</a:t>
                      </a:r>
                      <a:endParaRPr lang="fr-C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800" b="1" u="none" strike="noStrike" dirty="0">
                          <a:effectLst/>
                        </a:rPr>
                        <a:t>Complexité</a:t>
                      </a:r>
                      <a:endParaRPr lang="fr-C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800" b="1" u="none" strike="noStrike" dirty="0">
                          <a:effectLst/>
                        </a:rPr>
                        <a:t>Équivalente Fibonacci</a:t>
                      </a:r>
                      <a:endParaRPr lang="fr-C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800" b="1" u="none" strike="noStrike" dirty="0">
                          <a:effectLst/>
                        </a:rPr>
                        <a:t>Estimation en temps</a:t>
                      </a:r>
                      <a:endParaRPr lang="fr-C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800" b="1" u="none" strike="noStrike" dirty="0">
                          <a:effectLst/>
                        </a:rPr>
                        <a:t>Représentation approximatif en heures</a:t>
                      </a:r>
                      <a:endParaRPr lang="fr-CA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3674106482"/>
                  </a:ext>
                </a:extLst>
              </a:tr>
              <a:tr h="140954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XS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Simple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1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Démi-journée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 dirty="0">
                          <a:effectLst/>
                        </a:rPr>
                        <a:t>&lt; 3 heures</a:t>
                      </a:r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2367283535"/>
                  </a:ext>
                </a:extLst>
              </a:tr>
              <a:tr h="147666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S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 v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3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1 journée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 dirty="0">
                          <a:effectLst/>
                        </a:rPr>
                        <a:t>7 heures</a:t>
                      </a:r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1574981799"/>
                  </a:ext>
                </a:extLst>
              </a:tr>
              <a:tr h="147666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M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Moyenne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5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2 à 3 jours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 dirty="0">
                          <a:effectLst/>
                        </a:rPr>
                        <a:t>±18 heures</a:t>
                      </a:r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2455405650"/>
                  </a:ext>
                </a:extLst>
              </a:tr>
              <a:tr h="140954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 dirty="0">
                          <a:effectLst/>
                        </a:rPr>
                        <a:t>L</a:t>
                      </a:r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Complexe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8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1 semaine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 dirty="0">
                          <a:effectLst/>
                        </a:rPr>
                        <a:t>35 heures</a:t>
                      </a:r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2710802333"/>
                  </a:ext>
                </a:extLst>
              </a:tr>
              <a:tr h="147666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XL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 v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13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2 à 3 semaines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 dirty="0">
                          <a:effectLst/>
                        </a:rPr>
                        <a:t>± 122 heures</a:t>
                      </a:r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1096009876"/>
                  </a:ext>
                </a:extLst>
              </a:tr>
              <a:tr h="147666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XXL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À réviser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20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&gt; 3 semaines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 dirty="0">
                          <a:effectLst/>
                        </a:rPr>
                        <a:t>Épique</a:t>
                      </a:r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3541089959"/>
                  </a:ext>
                </a:extLst>
              </a:tr>
              <a:tr h="140954"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928154541"/>
                  </a:ext>
                </a:extLst>
              </a:tr>
              <a:tr h="140954">
                <a:tc>
                  <a:txBody>
                    <a:bodyPr/>
                    <a:lstStyle/>
                    <a:p>
                      <a:pPr algn="ctr" fontAlgn="ctr"/>
                      <a:r>
                        <a:rPr lang="fr-CA" sz="1400" u="none" strike="noStrike">
                          <a:effectLst/>
                        </a:rPr>
                        <a:t>1 heure = 0,8 SP</a:t>
                      </a:r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fr-CA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12" marR="6712" marT="6712" marB="0" anchor="ctr"/>
                </a:tc>
                <a:extLst>
                  <a:ext uri="{0D108BD9-81ED-4DB2-BD59-A6C34878D82A}">
                    <a16:rowId xmlns:a16="http://schemas.microsoft.com/office/drawing/2014/main" val="369018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8526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65</Words>
  <Application>Microsoft Office PowerPoint</Application>
  <PresentationFormat>Grand écran</PresentationFormat>
  <Paragraphs>34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Quinchia, Sandra</dc:creator>
  <cp:lastModifiedBy>Quinchia, Sandra</cp:lastModifiedBy>
  <cp:revision>3</cp:revision>
  <dcterms:created xsi:type="dcterms:W3CDTF">2021-03-17T12:51:55Z</dcterms:created>
  <dcterms:modified xsi:type="dcterms:W3CDTF">2021-03-17T13:37:26Z</dcterms:modified>
</cp:coreProperties>
</file>